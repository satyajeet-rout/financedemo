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SALES PERFORMANCE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498DB"/>
                </a:solidFill>
              </a:defRPr>
            </a:pPr>
            <a:r>
              <a:t>📊 Comprehensive Analytics &amp; Strategic Insights</a:t>
            </a:r>
          </a:p>
          <a:p/>
          <a:p>
            <a:r>
              <a:t>📅 Reporting Period: FY 2023-2025</a:t>
            </a:r>
          </a:p>
          <a:p>
            <a:r>
              <a:t>🎯 Executive Management Review</a:t>
            </a:r>
          </a:p>
          <a:p/>
          <a:p>
            <a:r>
              <a:t>Prepared: June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🎯 EXECUTIVE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164592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💰 Total Net Revenue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₹48751.3Cr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📈 +-93.9% YoY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3200400" cy="16459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🏠 Units Sold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2,634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📊 8 Quarters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3200400" cy="164592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💳 Avg Ticket Size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₹1850.8L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📈 Premium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114800"/>
            <a:ext cx="3200400" cy="164592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Cancel Rate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14.0%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🟡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🔍 KEY INSIGHTS: QQ3 FY2024 achieved peak revenue of ₹29475.1Cr • Overall business health: 🟡 Good • Revenue trend: 📉 Declining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📈 REVENUE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🎯 BEST QUARTER: QQ3 FY2024 - ₹29475.1Cr | 📊 AVERAGE: ₹6093.9Cr | 📈 GROWTH: -93.9% YoY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 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🚀 SHORT TERM ACTIONS (0-3 months)</a:t>
            </a:r>
            <a:br/>
            <a:r>
              <a:t>• Launch customer retention program targeting high-value segments</a:t>
            </a:r>
            <a:br/>
            <a:r>
              <a:t>• Implement predictive analytics for early cancellation warning</a:t>
            </a:r>
            <a:br/>
            <a:r>
              <a:t>• Expand premium product portfolio to capture market demand</a:t>
            </a:r>
            <a:br/>
            <a:r>
              <a:t>• Enhance digital sales channels and automation</a:t>
            </a:r>
            <a:br/>
            <a:br/>
            <a:r>
              <a:t>📈 MEDIUM TERM STRATEGY (3-6 months)  </a:t>
            </a:r>
            <a:br/>
            <a:r>
              <a:t>• Scale direct sales team by 25% to reduce broker dependency</a:t>
            </a:r>
            <a:br/>
            <a:r>
              <a:t>• Develop seasonal pricing strategy to optimize Q3 performance</a:t>
            </a:r>
            <a:br/>
            <a:r>
              <a:t>• Launch loyalty program with referral incentives</a:t>
            </a:r>
            <a:br/>
            <a:r>
              <a:t>• Invest in CRM automation and customer journey optimization</a:t>
            </a:r>
            <a:br/>
            <a:br/>
            <a:r>
              <a:t>🎯 LONG TERM VISION (6-12 months)</a:t>
            </a:r>
            <a:br/>
            <a:r>
              <a:t>• Target ₹60939Cr annual revenue (25% growth)</a:t>
            </a:r>
            <a:br/>
            <a:r>
              <a:t>• Enter new geographic markets for expansion</a:t>
            </a:r>
            <a:br/>
            <a:r>
              <a:t>• Develop affordable housing segment for volume growth</a:t>
            </a:r>
            <a:br/>
            <a:r>
              <a:t>• Build strategic partnerships with financial institutions</a:t>
            </a:r>
            <a:br/>
            <a:br/>
            <a:r>
              <a:t>💡 EXECUTIVE PRIORITIES</a:t>
            </a:r>
            <a:br/>
            <a:r>
              <a:t>✅ Revenue Target: ₹60939Cr by FY2026 through market expansion</a:t>
            </a:r>
            <a:br/>
            <a:r>
              <a:t>✅ Risk Mitigation: Reduce cancellation rate to &lt;8% through early intervention</a:t>
            </a:r>
            <a:br/>
            <a:r>
              <a:t>✅ Operational Excellence: Achieve 90%+ direct sales channel mix</a:t>
            </a:r>
            <a:br/>
            <a:r>
              <a:t>✅ Market Leadership: Maintain #1 position in premium segment</a:t>
            </a:r>
            <a:br/>
            <a:br/>
            <a:r>
              <a:t>🎯 NEXT STEPS: Board approval for growth investments • Quarterly performance review automation • Implementation timeline finalization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